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Multi-Turn Conversation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</a:rPr>
              <a:t>Rolling LLM Summarization — AgentMesh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Replace hard turn-limit (3 turns) with an always-current running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</a:rPr>
              <a:t>Stack: Microsoft Agent Framework · Groq (OpenAI-compat) · JSONL session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✗  Hard cap at 3 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CONVERSATION_MAX_TURNS=3  →  last 6 messages sent to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✗  Silent context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Turns older than 3 are dropped. LLM has no memory of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✗  Poor long-session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User must re-explain context that already happened.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</a:rPr>
              <a:t>Code location:  src/config.py:48   ·   src/mesh/orchestrator.py:114   ·   src/memory/conversation_store.py:47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</a:rPr>
              <a:t>✓  No hard turn limit — unlimited conversation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</a:rPr>
              <a:t>✓  Summarize all prior turns into a ≤200-word rolling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</a:rPr>
              <a:t>✓  Always send  [Summary] + [Current question]  to the LLM — every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</a:rPr>
              <a:t>✓  Persist summary in JSONL session file — survives server restarts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</a:rPr>
              <a:t>✓  Non-blocking — summarization fires async after response is returned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Options Evaluated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Option A
Semantic Kernel
ConversationSummaryMemory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Native SK plugin.
Not viable — project uses Agent Framework, not 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</a:rPr>
              <a:t>✗ Not viable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00584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0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097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050"/>
                </a:solidFill>
              </a:rPr>
              <a:t>Option B
Rolling LLM
Summarization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LLM call after each turn.
Stores summary in JSONL.
Same Groq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50"/>
                </a:solidFill>
              </a:rPr>
              <a:t>✓ Recommended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B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0972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7000"/>
                </a:solidFill>
              </a:rPr>
              <a:t>Option C
Heuristic /
Extractive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Keyword extraction, no LLM.
Simpler but low quality.
Misses intent.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7000"/>
                </a:solidFill>
              </a:rPr>
              <a:t>✗ Not recommended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Per-Turn Flow (Option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468880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load_with_summary
(session_id)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</a:rPr>
              <a:t>Returns (summary_str, messages[])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2468880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Build prompt
[Summary]+[Question]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</a:rPr>
              <a:t>Compact context block sent to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468880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Call LLM via A2A
(PriceAssistAgent)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</a:rPr>
              <a:t>Answer returned to user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097280"/>
            <a:ext cx="2468880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async summarize
&amp; persist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</a:rPr>
              <a:t>Non-blocking — no latency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</a:rPr>
              <a:t>Prompt format every turn: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471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[Conversation Summary]
&lt;running summary of all prior turns — ≤200 words&gt;
[Current question]
&lt;user message&gt;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Files to Modify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src/memory/summarizer.py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0515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50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515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LLM summarization client — same Groq endpoint, async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src/memory/base.py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</a:rPr>
              <a:t>Extend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Add abstract load_summary / save_summary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src/memory/jsonl_backend.py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231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</a:rPr>
              <a:t>Extend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Implement summary read/write on JSONL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1143000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src/memory/conversation_store.py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</a:rPr>
              <a:t>Extend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089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Add load_with_summary() and save_summary() facade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9475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src/mesh/workflow.py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79475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7000"/>
                </a:solidFill>
              </a:rPr>
              <a:t>Modify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9475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Swap format_history_block → format_summary_block; fire async summarization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143000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5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src/mesh/orchestrator.py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48055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7000"/>
                </a:solidFill>
              </a:rPr>
              <a:t>Modify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48055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Line 114: use load_with_summary instead of 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2064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6635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</a:rPr>
              <a:t>src/config.py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16635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7000"/>
                </a:solidFill>
              </a:rPr>
              <a:t>Modify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16635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Deprecate CONVERSATION_MAX_TURNS; add optional SUMMARY_MODEL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Verification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Ask 5+ questions in one session — confirm no 3-turn cap, all context preserved via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Inspect data/conversations/{session_id}.jsonl — confirm type=summary records appear after each 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Kill + restart server mid-session — confirm summary persists and is used on next 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587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Confirm strip_history_echo() still works  (new [Conversation Summary] header is distinct from old [Conversation so far])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73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Measure response latency — summarization must NOT block the response path (async task)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