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Flow: Agent Mesh  →  OpenTelemetry  →  Grafana Cloud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1188720"/>
          </a:xfrm>
          <a:prstGeom prst="roundedRect">
            <a:avLst>
              <a:gd name="adj" fmla="val 6923"/>
            </a:avLst>
          </a:prstGeom>
          <a:solidFill>
            <a:srgbClr val="152038"/>
          </a:solidFill>
          <a:ln w="8890">
            <a:solidFill>
              <a:srgbClr val="A78BF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21792"/>
            <a:ext cx="8595360" cy="274320"/>
          </a:xfrm>
          <a:prstGeom prst="roundedRect">
            <a:avLst>
              <a:gd name="adj" fmla="val 3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492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AGENT MESH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65836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code  —  same Python process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" y="9692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8BDF8">
              <a:alpha val="11000"/>
            </a:srgbClr>
          </a:solidFill>
          <a:ln w="1270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9966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88720" y="996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get_tracer().start_as_current_span()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24358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/ closes trace spans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55264" y="9692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4D399">
              <a:alpha val="11000"/>
            </a:srgbClr>
          </a:solidFill>
          <a:ln w="1270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9966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41648" y="996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counter.add()  /  histogram.record()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46704" y="124358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counters &amp; histograms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08192" y="9692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F97316">
              <a:alpha val="11000"/>
            </a:srgbClr>
          </a:solidFill>
          <a:ln w="12700">
            <a:solidFill>
              <a:srgbClr val="F97316">
                <a:alpha val="4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9966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94576" y="996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log.info()  /  log.warning()  /  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9632" y="124358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structured log lines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1810512"/>
            <a:ext cx="0" cy="109728"/>
          </a:xfrm>
          <a:prstGeom prst="line">
            <a:avLst/>
          </a:prstGeom>
          <a:noFill/>
          <a:ln w="12700">
            <a:solidFill>
              <a:srgbClr val="6B80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965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OTel SDK APIs  (in-process library call — no network)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25696" y="192024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99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993392"/>
            <a:ext cx="8595360" cy="1188720"/>
          </a:xfrm>
          <a:prstGeom prst="roundedRect">
            <a:avLst>
              <a:gd name="adj" fmla="val 6923"/>
            </a:avLst>
          </a:prstGeom>
          <a:solidFill>
            <a:srgbClr val="0E2135"/>
          </a:solidFill>
          <a:ln w="8890">
            <a:solidFill>
              <a:srgbClr val="38BDF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93392"/>
            <a:ext cx="8595360" cy="274320"/>
          </a:xfrm>
          <a:prstGeom prst="roundedRect">
            <a:avLst>
              <a:gd name="adj" fmla="val 3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0208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OPENTELEMETRY SDK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20299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same Python process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" y="23408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8BDF8">
              <a:alpha val="11000"/>
            </a:srgbClr>
          </a:solidFill>
          <a:ln w="1270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368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BatchSpanProcessor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3776" y="26334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finished spans until export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55264" y="23408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4D399">
              <a:alpha val="11000"/>
            </a:srgbClr>
          </a:solidFill>
          <a:ln w="1270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2368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PeriodicExportingMetricReader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46704" y="26334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&amp; exports every 60 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08192" y="23408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F97316">
              <a:alpha val="11000"/>
            </a:srgbClr>
          </a:solidFill>
          <a:ln w="12700">
            <a:solidFill>
              <a:srgbClr val="F97316">
                <a:alpha val="4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368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BatchLogRecordProcessor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9632" y="26334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log records until export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07238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serialized to Protobuf (compact binary) before transmission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53712" y="3182112"/>
            <a:ext cx="0" cy="109728"/>
          </a:xfrm>
          <a:prstGeom prst="line">
            <a:avLst/>
          </a:prstGeom>
          <a:noFill/>
          <a:ln w="12700">
            <a:solidFill>
              <a:srgbClr val="6B80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9125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 ·  Authorization: Basic base64(instance_id:api_token)  ·  Protobuf body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25696" y="329184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99"/>
                </a:solidFill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364992"/>
            <a:ext cx="8595360" cy="1188720"/>
          </a:xfrm>
          <a:prstGeom prst="roundedRect">
            <a:avLst>
              <a:gd name="adj" fmla="val 6923"/>
            </a:avLst>
          </a:prstGeom>
          <a:solidFill>
            <a:srgbClr val="0C1C12"/>
          </a:solidFill>
          <a:ln w="889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364992"/>
            <a:ext cx="8595360" cy="274320"/>
          </a:xfrm>
          <a:prstGeom prst="roundedRect">
            <a:avLst>
              <a:gd name="adj" fmla="val 3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3924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GRAFANA CLOUD  —  OTLP Gateway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" y="37124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8BDF8">
              <a:alpha val="11000"/>
            </a:srgbClr>
          </a:solidFill>
          <a:ln w="1270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73989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/v1/traces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" y="398678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Tempo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" y="423367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timelines, waterfall, span tree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55264" y="37124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34D399">
              <a:alpha val="11000"/>
            </a:srgbClr>
          </a:solidFill>
          <a:ln w="1270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373989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/v1/metrics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46704" y="398678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Mimir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46704" y="423367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alerting, fab.* timeseries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08192" y="3712464"/>
            <a:ext cx="2706624" cy="685800"/>
          </a:xfrm>
          <a:prstGeom prst="roundedRect">
            <a:avLst>
              <a:gd name="adj" fmla="val 10667"/>
            </a:avLst>
          </a:prstGeom>
          <a:solidFill>
            <a:srgbClr val="F97316">
              <a:alpha val="11000"/>
            </a:srgbClr>
          </a:solidFill>
          <a:ln w="12700">
            <a:solidFill>
              <a:srgbClr val="F97316">
                <a:alpha val="4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373989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/v1/logs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99632" y="398678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Loki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23367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logs, trace_id filter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626864"/>
            <a:ext cx="8595360" cy="347472"/>
          </a:xfrm>
          <a:prstGeom prst="roundedRect">
            <a:avLst>
              <a:gd name="adj" fmla="val 26316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654296"/>
            <a:ext cx="8266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Mesh calls OTel SDK  →  SDK buffers &amp; serializes to Protobuf  →  three OTLP exporters push over HTTPS  →  Grafana routes by path: Tempo · Mimir · Loki  —  all linked by shared trace_id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2026-06-26T10:46:20Z</dcterms:created>
  <dcterms:modified xsi:type="dcterms:W3CDTF">2026-06-26T10:46:20Z</dcterms:modified>
</cp:coreProperties>
</file>