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365760"/>
            <a:ext cx="1645920" cy="1645920"/>
          </a:xfrm>
          <a:prstGeom prst="ellips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AgentMesh · FAB Pricing Assistant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 Memory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Guide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fully stateless → production-grade multi-turn memory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2560320" cy="1188720"/>
          </a:xfrm>
          <a:prstGeom prst="roundedRect">
            <a:avLst>
              <a:gd name="adj" fmla="val 9231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4015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Types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3337560"/>
            <a:ext cx="2560320" cy="1188720"/>
          </a:xfrm>
          <a:prstGeom prst="roundedRect">
            <a:avLst>
              <a:gd name="adj" fmla="val 9231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34015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29184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Compared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3337560"/>
            <a:ext cx="2560320" cy="1188720"/>
          </a:xfrm>
          <a:prstGeom prst="roundedRect">
            <a:avLst>
              <a:gd name="adj" fmla="val 9231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34015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12648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Infra Needed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state: completely stateless — every query is independent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Start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codebase is completely stateless — and there's already a hook ready to use.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393192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Problem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is fully independent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conversation history anywhere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must re-state customer IDs every turn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"That deal" → meaningless to the agent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workflows feel broken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26280" y="1325880"/>
            <a:ext cx="4297680" cy="237744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1463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Hook Already Exists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3440" y="1874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placeholder was already stubbed out in config.py: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2240280"/>
            <a:ext cx="4160520" cy="777240"/>
          </a:xfrm>
          <a:prstGeom prst="roundedRect">
            <a:avLst>
              <a:gd name="adj" fmla="val 9412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28600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CONVERSATION_STORE_DIR 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os.getenv("CONVERSATION_STORE_DIR",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"data/conversations")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63440" y="310896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in config.py — never used. This is your entry point.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840480"/>
            <a:ext cx="8503920" cy="1051560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Layers Every Approach Must Touch: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42245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Storage Backend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Session Management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API Contract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Agent Context Injection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Types of Conversational Memory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mutually exclusive — most production systems layer 2–3 of these together.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697480" cy="1691640"/>
          </a:xfrm>
          <a:prstGeom prst="roundedRect">
            <a:avLst>
              <a:gd name="adj" fmla="val 6486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1298448"/>
            <a:ext cx="420624" cy="42062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298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307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In-Window Buffer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5544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" y="184708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N-message list injected into every prompt verbatim.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697480" cy="1691640"/>
          </a:xfrm>
          <a:prstGeom prst="roundedRect">
            <a:avLst>
              <a:gd name="adj" fmla="val 6486"/>
            </a:avLst>
          </a:prstGeom>
          <a:solidFill>
            <a:srgbClr val="F0FE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0128" y="1298448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298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94760" y="1307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Memory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94760" y="15544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Context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10128" y="184708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zone verbatim + cold zone summarized — constant token cost.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0760" y="1188720"/>
            <a:ext cx="2697480" cy="1691640"/>
          </a:xfrm>
          <a:prstGeom prst="roundedRect">
            <a:avLst>
              <a:gd name="adj" fmla="val 6486"/>
            </a:avLst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90488" y="1298448"/>
            <a:ext cx="420624" cy="42062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0488" y="1298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75120" y="1307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/ Slot Memory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0" y="15544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Extraction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90488" y="184708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scratchpad tracking customer, deal, products per session.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017520"/>
            <a:ext cx="2697480" cy="1691640"/>
          </a:xfrm>
          <a:prstGeom prst="roundedRect">
            <a:avLst>
              <a:gd name="adj" fmla="val 6486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9768" y="3127248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31363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Cross-Session Vector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33832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Retrieval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9768" y="367588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in Qdrant — retrieve relevant turns from any past session.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0" y="3017520"/>
            <a:ext cx="2697480" cy="1691640"/>
          </a:xfrm>
          <a:prstGeom prst="roundedRect">
            <a:avLst>
              <a:gd name="adj" fmla="val 6486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10128" y="3127248"/>
            <a:ext cx="420624" cy="4206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10128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794760" y="31363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 Thread Memory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794760" y="33832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Framework-Native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10128" y="367588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list passed through A2A — the pattern MAF was designed for.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1 &amp; 2: Buffer  →  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41148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100584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10241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In-Window Buffer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30759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600200"/>
            <a:ext cx="3886200" cy="1143000"/>
          </a:xfrm>
          <a:prstGeom prst="roundedRect">
            <a:avLst>
              <a:gd name="adj" fmla="val 64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64208"/>
            <a:ext cx="3749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System: You are FAB Pricing...
</a:t>
            </a:r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History:
  User: Pricing for CUST_001?
  Asst: Rate is 3.25%...
  User: RWA impact?
  Asst: RWA-weighted capital...
</a:t>
            </a:r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Current: What fee waivers apply?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28529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91640" y="28529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per session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246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hit: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91640" y="3246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— grows each turn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6393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91640" y="363931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5–20 turn sessions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03250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hook: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91640" y="403250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CONVERSATION_STORE_DIR ✓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914400"/>
            <a:ext cx="41148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100584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349240" y="10241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Memory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49240" y="130759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Context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1572768"/>
            <a:ext cx="1783080" cy="1170432"/>
          </a:xfrm>
          <a:prstGeom prst="roundedRect">
            <a:avLst>
              <a:gd name="adj" fmla="val 625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645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HOT ZONE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(last 5 turns verbatim)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46320" y="21488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wording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675120" y="1572768"/>
            <a:ext cx="2011680" cy="1170432"/>
          </a:xfrm>
          <a:prstGeom prst="roundedRect">
            <a:avLst>
              <a:gd name="adj" fmla="val 6250"/>
            </a:avLst>
          </a:prstGeom>
          <a:solidFill>
            <a:srgbClr val="E0F2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1645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❄️ COLD ZONE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(older turns compressed)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20840" y="2148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 token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paragraph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92040" y="285292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hit: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285292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(~200 tokens)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3246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17920" y="32461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turn conversations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363931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cost: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0" y="36393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LLM call on overflow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4032504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convos?: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17920" y="403250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safe ✓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3, 4 &amp; 5: Entity · Vector · MAF-Native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68680"/>
            <a:ext cx="2743200" cy="406908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960120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0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86968" y="9692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/ Slot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86968" y="12161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Extraction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508760"/>
            <a:ext cx="2560320" cy="1691640"/>
          </a:xfrm>
          <a:prstGeom prst="roundedRect">
            <a:avLst>
              <a:gd name="adj" fmla="val 4324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72768"/>
            <a:ext cx="23774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"customer": "CUST_001",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"deal_id": "DEAL_089",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"products": [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"TERM_LOAN"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"last_rate": "3.25%",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"compliance": "PASSED"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11480" y="3291840"/>
            <a:ext cx="2560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prefix replaces raw history.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assistants
where entities are enumerable.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cost: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extraction call/turn.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868680"/>
            <a:ext cx="2834640" cy="4069080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96012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960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67328" y="9692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Cross-Session Vector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67328" y="12161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Retrieval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91840" y="1508760"/>
            <a:ext cx="2651760" cy="347472"/>
          </a:xfrm>
          <a:prstGeom prst="roundedRect">
            <a:avLst>
              <a:gd name="adj" fmla="val 21053"/>
            </a:avLst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508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Query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97680" y="185623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2020824"/>
            <a:ext cx="2651760" cy="347472"/>
          </a:xfrm>
          <a:prstGeom prst="roundedRect">
            <a:avLst>
              <a:gd name="adj" fmla="val 21053"/>
            </a:avLst>
          </a:prstGeom>
          <a:solidFill>
            <a:srgbClr val="FFFDE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202082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97680" y="236829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91840" y="2532888"/>
            <a:ext cx="2651760" cy="347472"/>
          </a:xfrm>
          <a:prstGeom prst="roundedRect">
            <a:avLst>
              <a:gd name="adj" fmla="val 21053"/>
            </a:avLst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25328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Search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97680" y="288036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↓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91840" y="3044952"/>
            <a:ext cx="2651760" cy="347472"/>
          </a:xfrm>
          <a:prstGeom prst="roundedRect">
            <a:avLst>
              <a:gd name="adj" fmla="val 21053"/>
            </a:avLst>
          </a:prstGeom>
          <a:solidFill>
            <a:srgbClr val="FFFDE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04495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Retrieved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97680" y="339242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↓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91840" y="3557016"/>
            <a:ext cx="2651760" cy="347472"/>
          </a:xfrm>
          <a:prstGeom prst="roundedRect">
            <a:avLst>
              <a:gd name="adj" fmla="val 21053"/>
            </a:avLst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355701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91840" y="41148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already in your stack.
New 'conversations' collection.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'Remember what we discussed last month' queries.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72200" y="868680"/>
            <a:ext cx="2651760" cy="406908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63640" y="960120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960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39128" y="9692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MAF-Native Thread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39128" y="12161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Framework-Native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63640" y="1508760"/>
            <a:ext cx="2468880" cy="1691640"/>
          </a:xfrm>
          <a:prstGeom prst="roundedRect">
            <a:avLst>
              <a:gd name="adj" fmla="val 4324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36792" y="1572768"/>
            <a:ext cx="23317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FB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[{role:"user",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CFB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content:"CUST_001?"},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CFB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{role:"assistant",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CFB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content:"3.25%..."},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CFB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{role:"user",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CFB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content:"RWA impact?"}]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263640" y="3291840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MAF was designed for.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ask_remote() sends plain string only.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messages list through A2A call → agent sees full history.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Implementation Options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2057400" cy="4023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29768" y="1005840"/>
            <a:ext cx="502920" cy="50292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9768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1005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Buffer + Context Prefix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" y="1828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~1 day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" y="20299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MAF: No change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" y="22311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Infra: None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9768" y="2487168"/>
            <a:ext cx="1828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2542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You get: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9768" y="2761488"/>
            <a:ext cx="18288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In-session memory (same session)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agent/MAF code changes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existing hook immediately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29768" y="38953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You don't get: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9768" y="4114800"/>
            <a:ext cx="18288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 message threading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Cross-session memory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extraction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14600" y="914400"/>
            <a:ext cx="2057400" cy="4023360"/>
          </a:xfrm>
          <a:prstGeom prst="rect">
            <a:avLst/>
          </a:prstGeom>
          <a:solidFill>
            <a:srgbClr val="F0FE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24328" y="100584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24328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200400" y="1005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⭐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24328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 Thread + JSONL Persistence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24328" y="1828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~2-3 days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24328" y="20299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MAF: Yes (messages list)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24328" y="22311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Infra: None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624328" y="2487168"/>
            <a:ext cx="1828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24328" y="2542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You get: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24328" y="2761488"/>
            <a:ext cx="18288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MAF-native multi-turn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history restore on refresh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pronoun resolution works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624328" y="38953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You don't get: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624328" y="4114800"/>
            <a:ext cx="1828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Cross-session retrieval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safety for 50+ turns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09160" y="914400"/>
            <a:ext cx="2057400" cy="402336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18888" y="100584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394960" y="1005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18888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 Thread + Summary + Entities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18888" y="1828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~4-5 days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18888" y="20299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MAF: Yes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18888" y="22311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Infra: None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18888" y="2487168"/>
            <a:ext cx="1828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18888" y="2542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You get: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18888" y="2761488"/>
            <a:ext cx="18288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conversation length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memory (CUST_001 always resolved)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frontend history restore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818888" y="38953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You don't get: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18888" y="41148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Cross-session retrieval (that's Option D)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903720" y="914400"/>
            <a:ext cx="2057400" cy="4023360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013448" y="10058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13448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7589520" y="1005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013448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Cross-Session Vector Memory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013448" y="1828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After B/C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013448" y="20299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MAF: Yes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013448" y="22311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Infra: New Qdrant collection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013448" y="2487168"/>
            <a:ext cx="1828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13448" y="2542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You get: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013448" y="2761488"/>
            <a:ext cx="18288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'Remember last month' queries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Cross-user memory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past-turn retrieval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013448" y="38953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You don't get: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013448" y="41148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after B/C is stable first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Side-by-Side Comparison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14400"/>
          <a:ext cx="8503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463040"/>
                <a:gridCol w="1645920"/>
                <a:gridCol w="1463040"/>
                <a:gridCol w="164592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B 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implement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~2-3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~4-5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B/C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MAF-aligned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Survives page refresh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conversation safe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(summary)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 tracking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Cross-session memory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infrastructure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Qdrant collection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 for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prototype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demo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stable 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320040" y="4617720"/>
            <a:ext cx="8503920" cy="393192"/>
          </a:xfrm>
          <a:prstGeom prst="roundedRect">
            <a:avLst>
              <a:gd name="adj" fmla="val 23256"/>
            </a:avLst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466344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Recommendation: Start with Option B. Clean MAF foundation. Then add Option C if conversations grow long or context feels lost.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in Your Code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is the baseline — Option C adds on top without refactoring.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97280"/>
          <a:ext cx="85039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737360"/>
                <a:gridCol w="1920240"/>
                <a:gridCol w="21031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src/config.py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existing var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existing var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SUMMARY_THRESHOLD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api_server.py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session_id in/out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session_id + history endpoint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+ entities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mesh/orchestrator.py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load/save history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load/pass messages list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load/pass/summarize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mesh/workflow.py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MeshState + history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MeshState + messages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entities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a2a/clients.py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change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messages param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messages param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a2a/hosting.py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change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 messages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 messages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🆕 memory/conversation_store.py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summarizer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🆕 memory/entity_extractor.py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frontend/api/mesh.ts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session_id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history fetch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frontend/hooks/useChat.ts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 session_id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 + restore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Option B Wires Into Your A2A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20040" y="8686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(stateless)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1554480" cy="502920"/>
          </a:xfrm>
          <a:prstGeom prst="roundedRect">
            <a:avLst>
              <a:gd name="adj" fmla="val 14545"/>
            </a:avLst>
          </a:prstGeom>
          <a:solidFill>
            <a:srgbClr val="FEE2E2"/>
          </a:solidFill>
          <a:ln w="889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704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api_server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892808" y="1261872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</a:rPr>
              <a:t>→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84248" y="1170432"/>
            <a:ext cx="1554480" cy="502920"/>
          </a:xfrm>
          <a:prstGeom prst="roundedRect">
            <a:avLst>
              <a:gd name="adj" fmla="val 14545"/>
            </a:avLst>
          </a:prstGeom>
          <a:solidFill>
            <a:srgbClr val="FEE2E2"/>
          </a:solidFill>
          <a:ln w="889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84248" y="11704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557016" y="1261872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48456" y="1170432"/>
            <a:ext cx="1554480" cy="502920"/>
          </a:xfrm>
          <a:prstGeom prst="roundedRect">
            <a:avLst>
              <a:gd name="adj" fmla="val 14545"/>
            </a:avLst>
          </a:prstGeom>
          <a:solidFill>
            <a:srgbClr val="FEE2E2"/>
          </a:solidFill>
          <a:ln w="889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48456" y="11704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→ DomainExecutor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221224" y="1261872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12664" y="1170432"/>
            <a:ext cx="1554480" cy="502920"/>
          </a:xfrm>
          <a:prstGeom prst="roundedRect">
            <a:avLst>
              <a:gd name="adj" fmla="val 14545"/>
            </a:avLst>
          </a:prstGeom>
          <a:solidFill>
            <a:srgbClr val="FEE2E2"/>
          </a:solidFill>
          <a:ln w="889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12664" y="11704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ask_remote(agent_url, query)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885432" y="1261872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76872" y="1170432"/>
            <a:ext cx="1554480" cy="502920"/>
          </a:xfrm>
          <a:prstGeom prst="roundedRect">
            <a:avLst>
              <a:gd name="adj" fmla="val 14545"/>
            </a:avLst>
          </a:prstGeom>
          <a:solidFill>
            <a:srgbClr val="FEE2E2"/>
          </a:solidFill>
          <a:ln w="889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76872" y="11704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PriceAssistAgent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sees: query only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0040" y="18745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OPTION B (memory-aware)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176272"/>
            <a:ext cx="1554480" cy="640080"/>
          </a:xfrm>
          <a:prstGeom prst="roundedRect">
            <a:avLst>
              <a:gd name="adj" fmla="val 11429"/>
            </a:avLst>
          </a:prstGeom>
          <a:solidFill>
            <a:srgbClr val="F0FE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17627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api_server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(+session_id)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892808" y="237744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984248" y="2176272"/>
            <a:ext cx="1554480" cy="640080"/>
          </a:xfrm>
          <a:prstGeom prst="roundedRect">
            <a:avLst>
              <a:gd name="adj" fmla="val 11429"/>
            </a:avLst>
          </a:prstGeom>
          <a:solidFill>
            <a:srgbClr val="F0FE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84248" y="217627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(load history)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557016" y="237744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48456" y="2176272"/>
            <a:ext cx="1554480" cy="640080"/>
          </a:xfrm>
          <a:prstGeom prst="roundedRect">
            <a:avLst>
              <a:gd name="adj" fmla="val 11429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48456" y="217627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ConversationStore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.load(session_id)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221224" y="237744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312664" y="2176272"/>
            <a:ext cx="1554480" cy="640080"/>
          </a:xfrm>
          <a:prstGeom prst="roundedRect">
            <a:avLst>
              <a:gd name="adj" fmla="val 11429"/>
            </a:avLst>
          </a:prstGeom>
          <a:solidFill>
            <a:srgbClr val="F0FE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12664" y="217627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ask_remote(url, query,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885432" y="237744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→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976872" y="2176272"/>
            <a:ext cx="1554480" cy="640080"/>
          </a:xfrm>
          <a:prstGeom prst="roundedRect">
            <a:avLst>
              <a:gd name="adj" fmla="val 11429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76872" y="217627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PriceAssistAgent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OpenAIChatCompletion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(full history ✓)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20040" y="29992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Changes in clients.py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20040" y="3310128"/>
            <a:ext cx="3931920" cy="1600200"/>
          </a:xfrm>
          <a:prstGeom prst="roundedRect">
            <a:avLst>
              <a:gd name="adj" fmla="val 5714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364992"/>
            <a:ext cx="37490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BEFORE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ask_remote(url, query):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payload = {"query": query}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AFTER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ask_remote(url, query, messages):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payload =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"query": query,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"messages": messages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0" y="29992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ID Strategy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572000" y="3310128"/>
            <a:ext cx="4206240" cy="1600200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663440" y="338328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EF4444"/>
                </a:solidFill>
              </a:rPr>
              <a:t>WRONG (current):
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session_id = f"sess_{username}"  # same forever
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CORRECT:
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First query (no session_id from frontend):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session_id = f"{username}_{uuid4().hex[:8]}"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e.g. "alice_3f9a12b4"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Frontend stores in localStorage per conversation.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"New Chat" button generates a fresh session_id.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Questions &amp; Recommendation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932688"/>
            <a:ext cx="8503920" cy="841248"/>
          </a:xfrm>
          <a:prstGeom prst="roundedRect">
            <a:avLst>
              <a:gd name="adj" fmla="val 10870"/>
            </a:avLst>
          </a:prstGeom>
          <a:solidFill>
            <a:srgbClr val="FFFFFF">
              <a:alpha val="92000"/>
            </a:srgbClr>
          </a:solidFill>
          <a:ln w="635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133856"/>
            <a:ext cx="411480" cy="411480"/>
          </a:xfrm>
          <a:prstGeom prst="ellipse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338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32688" y="100584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Single-node or distributed?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2688" y="1280160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JSONL fine for demo setup. Use Redis (already in stack) for multi-node.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865376"/>
            <a:ext cx="8503920" cy="841248"/>
          </a:xfrm>
          <a:prstGeom prst="roundedRect">
            <a:avLst>
              <a:gd name="adj" fmla="val 10870"/>
            </a:avLst>
          </a:prstGeom>
          <a:solidFill>
            <a:srgbClr val="FFFFFF">
              <a:alpha val="92000"/>
            </a:srgbClr>
          </a:solidFill>
          <a:ln w="635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066544"/>
            <a:ext cx="411480" cy="411480"/>
          </a:xfrm>
          <a:prstGeom prst="ellipse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0665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32688" y="193852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ownership?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32688" y="2212848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user's sessions should be isolated — alice cannot see bob's history.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798064"/>
            <a:ext cx="8503920" cy="841248"/>
          </a:xfrm>
          <a:prstGeom prst="roundedRect">
            <a:avLst>
              <a:gd name="adj" fmla="val 10870"/>
            </a:avLst>
          </a:prstGeom>
          <a:solidFill>
            <a:srgbClr val="FFFFFF">
              <a:alpha val="92000"/>
            </a:srgbClr>
          </a:solidFill>
          <a:ln w="635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999232"/>
            <a:ext cx="411480" cy="411480"/>
          </a:xfrm>
          <a:prstGeom prst="ellipse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999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32688" y="287121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lifespan?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32688" y="3145536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hours auto-expire for demo; configure longer for production.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730752"/>
            <a:ext cx="8503920" cy="841248"/>
          </a:xfrm>
          <a:prstGeom prst="roundedRect">
            <a:avLst>
              <a:gd name="adj" fmla="val 10870"/>
            </a:avLst>
          </a:prstGeom>
          <a:solidFill>
            <a:srgbClr val="FFFFFF">
              <a:alpha val="92000"/>
            </a:srgbClr>
          </a:solidFill>
          <a:ln w="635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931920"/>
            <a:ext cx="411480" cy="411480"/>
          </a:xfrm>
          <a:prstGeom prst="ellipse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32688" y="380390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'New Chat' button?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32688" y="4078224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start a new session_id — not just clear local UI state.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4572000"/>
            <a:ext cx="8503920" cy="438912"/>
          </a:xfrm>
          <a:prstGeom prst="rounded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617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Recommended Path: Start with Option B → add Option C when longer conversations or entity tracking is needed. No new infrastructure required.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Conversational Memory Guide — AgentMesh FAB</dc:title>
  <dc:subject>PptxGenJS Presentation</dc:subject>
  <dc:creator>PptxGenJS</dc:creator>
  <cp:lastModifiedBy>PptxGenJS</cp:lastModifiedBy>
  <cp:revision>1</cp:revision>
  <dcterms:created xsi:type="dcterms:W3CDTF">2026-06-26T08:57:45Z</dcterms:created>
  <dcterms:modified xsi:type="dcterms:W3CDTF">2026-06-26T08:57:45Z</dcterms:modified>
</cp:coreProperties>
</file>